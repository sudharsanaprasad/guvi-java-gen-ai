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slide" Target="slides/slide42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d72c6a63d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bd72c6a63d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bd72c6a63d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d72c6a63d_2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bd72c6a63d_2_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bd72c6a63d_2_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72c6a63d_2_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bd72c6a63d_2_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d72c6a63d_2_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d72c6a63d_2_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bd72c6a63d_2_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d72c6a63d_2_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72c6a63d_2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bd72c6a63d_2_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d72c6a63d_2_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d72c6a63d_2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d72c6a63d_2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d72c6a63d_2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72c6a63d_2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bd72c6a63d_2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d72c6a63d_2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72c6a63d_2_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bd72c6a63d_2_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d72c6a63d_2_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72c6a63d_2_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d72c6a63d_2_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bd72c6a63d_2_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d72c6a63d_2_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bd72c6a63d_2_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d72c6a63d_2_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d72c6a63d_2_1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bd72c6a63d_2_1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bd72c6a63d_2_1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72c6a63d_2_1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bd72c6a63d_2_1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bd72c6a63d_2_1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d72c6a63d_2_1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d72c6a63d_2_1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d72c6a63d_2_1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d72c6a63d_2_1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bd72c6a63d_2_1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bd72c6a63d_2_1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d72c6a63d_2_1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bd72c6a63d_2_1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bd72c6a63d_2_1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d72c6a63d_2_1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bd72c6a63d_2_1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bd72c6a63d_2_1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d72c6a63d_2_1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bd72c6a63d_2_1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bd72c6a63d_2_1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d72c6a63d_2_1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bd72c6a63d_2_1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bd72c6a63d_2_1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d72c6a63d_2_1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bd72c6a63d_2_1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bd72c6a63d_2_1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d72c6a63d_2_2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bd72c6a63d_2_2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bd72c6a63d_2_2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d72c6a63d_2_2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bd72c6a63d_2_2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bd72c6a63d_2_2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d72c6a63d_2_2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bd72c6a63d_2_2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d72c6a63d_2_2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d72c6a63d_2_2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bd72c6a63d_2_2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bd72c6a63d_2_2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d72c6a63d_2_2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bd72c6a63d_2_2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bd72c6a63d_2_2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d72c6a63d_2_2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bd72c6a63d_2_2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bd72c6a63d_2_2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d72c6a63d_2_2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bd72c6a63d_2_2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bd72c6a63d_2_2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d72c6a63d_2_2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bd72c6a63d_2_2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d72c6a63d_2_2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d72c6a63d_2_2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bd72c6a63d_2_2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bd72c6a63d_2_2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d72c6a63d_2_2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bd72c6a63d_2_2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bd72c6a63d_2_2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d72c6a63d_2_2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bd72c6a63d_2_2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bd72c6a63d_2_2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d72c6a63d_2_3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bd72c6a63d_2_3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bd72c6a63d_2_3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d72c6a63d_2_3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bd72c6a63d_2_3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bd72c6a63d_2_3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d72c6a63d_2_3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bd72c6a63d_2_3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bd72c6a63d_2_3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d72c6a63d_2_3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bd72c6a63d_2_3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bd72c6a63d_2_3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d72c6a63d_2_3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bd72c6a63d_2_3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bd72c6a63d_2_3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d72c6a63d_2_3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bd72c6a63d_2_3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bd72c6a63d_2_3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d72c6a63d_2_3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bd72c6a63d_2_36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bd72c6a63d_2_36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d72c6a63d_2_3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bd72c6a63d_2_3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bd72c6a63d_2_3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d72c6a63d_2_3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bd72c6a63d_2_3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bd72c6a63d_2_3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d72c6a63d_2_3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bd72c6a63d_2_3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bd72c6a63d_2_3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d72c6a63d_2_4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bd72c6a63d_2_4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bd72c6a63d_2_4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d72c6a63d_2_4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bd72c6a63d_2_4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bd72c6a63d_2_4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cs.spring.io/spring-security/site/docs/current/api/org/springframework/security/config/annotation/web/builders/HttpSecurity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stackoverflow.com/questions/5207160/what-is-a-csrf-token-what-is-its-importance-and-how-does-it-work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157276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 56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1920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 and Security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0" y="257860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Objective and 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11480" y="859536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411480" y="1161288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We’ll 1)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add DB-backed users to our Spring Boot app, 2) implement signup and login, and 3) secure key endpoints using Basic authentication and roles.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11480" y="2340864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11480" y="2651760"/>
            <a:ext cx="8321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Milestone 1: Create users collection and implement signup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Milestone 2: Implement login with passwordHash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Milestone 3: Add Spring Security and configure Basic authentication using DB-backed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Milestone 4: Protect course endpoints using ADMIN and STUDENT roles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Learner task: Implement role update endpoint and verify access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 6 questions.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411480" y="109728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is enabled in a Spring Boot REST API. A request hits POST /api/courses with no Authorization header.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should happen first, before any controller method runs?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Spring runs the controller method and then checks roles at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Spring Security blocks the request early in the filter chain and returns 401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MongoDB rejects the request because the user is missing in the users 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controller throws a validation error because credentials are missing in the body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is enabled in a Spring Boot REST API. A request hits POST /api/courses with no Authorization header.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should happen first, before any controller method runs?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Spring runs the controller method and then checks roles at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Spring Security blocks the request early in the filter chain and returns 401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MongoDB rejects the request because the user is missing in the users 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The controller throws a validation error because credentials are missing in the body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With Spring Security, the request is checked before controllers. Missing credentials means the request is not authenticated, so the API should return 401.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STUDENT user sends valid Basic authentication credentials and calls DELETE /api/courses/{id}.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Your rule is that only ADMIN can delete courses. What should the API return?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200 because the user is authenticated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401 because the endpoint is protected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403 because the user is authenticated but not allowed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404 because the course should be hidden from students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STUDENT user sends valid Basic authentication credentials and calls DELETE /api/courses/{id}.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Your rule is that only ADMIN can delete courses. What should the API return?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200 because the user is authenticated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401 because the endpoint is protected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403 because the user is authenticated but not allowed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404 because the course should be hidden from students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401 is for missing or invalid credentials. Here the credentials are valid, but the role is wrong, so it must be 403.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Basic authentication sends credentials in every protected request.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Where do those credentials go?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In the request body as JSON fields: email and password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In the query string as ?email=...&amp;password=...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In the Authorization header using the Basic scheme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In a MongoDB document that Spring reads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Basic authentication sends credentials in every protected request.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Where do those credentials go?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In the request body as JSON fields: email and password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In the query string as ?email=...&amp;password=...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In the Authorization header using the Basic scheme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In a MongoDB document that Spring reads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Basic authentication is carried in the Authorization header. The server reads that header for every protected request.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send GET /api/courses from Postman without setting Basic Auth. The endpoint is protected.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result best matches what you will observe?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400 because the request body is missing email and password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401 because the request has no valid credentials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403 because the user role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500 because Spring cannot connect to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send GET /api/courses from Postman without setting Basic Auth. The endpoint is protected.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result best matches what you will observe?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400 because the request body is missing email and password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401 because the request has no valid credentials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403 because the user role is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500 because Spring cannot connect to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The endpoint requires authentication. Without credentials, Spring Security returns 401 before the controller runs.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sign up a user with password Tiger@123. In MongoDB you store a passwordHash.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Later the user tries to log in. Which approach is correct?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Decrypt the stored hash to get the original password and compare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Hash the incoming password and compare the two hash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Store both password and passwordHash so you can debug login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Compare only the email, because Basic Auth already validates passwords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sign up a user with password Tiger@123. In MongoDB you store a passwordHash.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Later the user tries to log in. Which approach is correct?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Decrypt the stored hash to get the original password and compare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Hash the incoming password and compare the two hash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Store both password and passwordHash so you can debug login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Compare only the email, because Basic Auth already validates passwords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A hash is not decrypted. We hash the incoming password the same way and compare the results.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UserRepository, you add a method like existsByEmailIgnoreCase(email) to check duplicates before saving.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also add a unique index on users.email. Why do we still need the unique index?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without it, Spring Security will not load users from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the database is the final guard even if two signup requests happen close together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unique indexes automatically convert emails to lowercase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it removes the need to check duplicates in the service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411480" y="857250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UserRepository, you add a method like existsByEmailIgnoreCase(email) to check duplicates before saving.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You also add a unique index on users.email. Why do we still need the unique index?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Because without it, Spring Security will not load users from 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411480" y="220141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Because the database is the final guard even if two signup requests happen close together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411480" y="2619756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Because unique indexes automatically convert emails to lowercase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411480" y="3038094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Because it removes the need to check duplicates in the service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411480" y="350215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411480" y="373075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The service check is helpful, but the database rule is the final guard. It guarantees uniqueness even if the API layer misses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411480" y="476631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Milestone 1 signup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2"/>
          <p:cNvSpPr/>
          <p:nvPr/>
        </p:nvSpPr>
        <p:spPr>
          <a:xfrm>
            <a:off x="411480" y="10789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users collection that stores login identity and access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signup endpoint that creates a new user in MongoDB.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411480" y="169164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we will build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411480" y="1911096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Create a User model and UserRepository.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POST /auth/signup in an AuthController.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Validate the request using a DTO.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Prevent duplicate emails using a repository check and a database rule.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411480" y="29718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verify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411480" y="319125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get 201 and a new document appears in users.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Signing up with an existing email returns 409.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Milestone 2 login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411480" y="107899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login endpoint that validates credentials using MongoDB users.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411480" y="150876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we will build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11480" y="1728216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Read the user by email using UserRepository.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Hash the incoming password and compare with passwordHash.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a success response or a clear 401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411480" y="26974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verify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411480" y="291693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email and password returns 200.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Wrong email or password returns 401.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Security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changes when we add Spring Security?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411480" y="896112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we add Spring Security, requests no longer go directly to controllers.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checks the request first and decides whether the request is allowed.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a request is not allowed, the controller method does not run.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411480" y="20574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you will notice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411480" y="227685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Endpoints that used to work may start returning 401 until we configure security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this happens after adding the dependency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411480" y="896112"/>
            <a:ext cx="8321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When we add spring-boot-starter-security in pom.xml, Spring Boot auto-configures security at startup.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Auto-configuration means Spring Boot creates security components for us, even if we did not write any security code yet.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By default, Spring Security protects most endpoints, so requests without authentication get blocked.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411480" y="23317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do nex</a:t>
            </a: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411480" y="2551176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write our own security configuration so the rules match our project.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Configuration classes vs controllers and services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Controllers and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411480" y="1078992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Controllers and services run when a request is handled.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controller maps a URL to a method.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service contains business logic called by controllers.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7"/>
          <p:cNvSpPr/>
          <p:nvPr/>
        </p:nvSpPr>
        <p:spPr>
          <a:xfrm>
            <a:off x="411480" y="196596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Configuration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7"/>
          <p:cNvSpPr/>
          <p:nvPr/>
        </p:nvSpPr>
        <p:spPr>
          <a:xfrm>
            <a:off x="411480" y="2185416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configuration class runs when the application starts.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Its job is to define global setup and global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creates and wires beans that the whole application uses.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7"/>
          <p:cNvSpPr/>
          <p:nvPr/>
        </p:nvSpPr>
        <p:spPr>
          <a:xfrm>
            <a:off x="411480" y="329184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r>
              <a:rPr b="1" lang="en" sz="13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7"/>
          <p:cNvSpPr/>
          <p:nvPr/>
        </p:nvSpPr>
        <p:spPr>
          <a:xfrm>
            <a:off x="411480" y="351129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 rules are global.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define the policy once, instead of writing checks in every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annotations 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for Spring Security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@Configuration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means the class defines beans that Spring should build at startup.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411480" y="150876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@EnableWebSecurity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8"/>
          <p:cNvSpPr/>
          <p:nvPr/>
        </p:nvSpPr>
        <p:spPr>
          <a:xfrm>
            <a:off x="411480" y="172821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enables Spring Security for web requests in this application.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411480" y="215798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@Bean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411480" y="2377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tells Spring to create an object and store it in the Spring container.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411480" y="29260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Example we will write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411480" y="314553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create a bean method that returns a SecurityFilterChain.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is a filter chain?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filter is a step that runs before the request reaches the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chain means multiple steps run in a fixed order.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9"/>
          <p:cNvSpPr/>
          <p:nvPr/>
        </p:nvSpPr>
        <p:spPr>
          <a:xfrm>
            <a:off x="411480" y="16002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this means in practice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9"/>
          <p:cNvSpPr/>
          <p:nvPr/>
        </p:nvSpPr>
        <p:spPr>
          <a:xfrm>
            <a:off x="411480" y="181965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Requests are checked early.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checks fail, Spring returns a response and the controller does not run.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9"/>
          <p:cNvSpPr/>
          <p:nvPr/>
        </p:nvSpPr>
        <p:spPr>
          <a:xfrm>
            <a:off x="411480" y="26974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9"/>
          <p:cNvSpPr/>
          <p:nvPr/>
        </p:nvSpPr>
        <p:spPr>
          <a:xfrm>
            <a:off x="411480" y="291693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 is enforced consistently for every request.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do not need to manually check credentials in each controller.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is a SecurityFilterChain?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SecurityFilterChain is the security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rule book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for our application.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define it once, and Spring Security uses it for every incoming request.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411480" y="16002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write?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/>
          <p:nvPr/>
        </p:nvSpPr>
        <p:spPr>
          <a:xfrm>
            <a:off x="411480" y="1819656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bean method that returns a SecurityFilterChain.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Rules for public endpoints and protected endpoints.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Rules for role-based access in Milestone 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The SecurityConfig class shape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411480" y="89611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create a SecurityConfig class.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will use @Configuration and @EnableWebSecurity.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will contain a @Bean method that returns a SecurityFilterChain.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1"/>
          <p:cNvSpPr/>
          <p:nvPr/>
        </p:nvSpPr>
        <p:spPr>
          <a:xfrm>
            <a:off x="411480" y="196596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it looks different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1"/>
          <p:cNvSpPr/>
          <p:nvPr/>
        </p:nvSpPr>
        <p:spPr>
          <a:xfrm>
            <a:off x="411480" y="218541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startup configuration.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not request handling code like controllers.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is HttpSecurity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2"/>
          <p:cNvSpPr/>
          <p:nvPr/>
        </p:nvSpPr>
        <p:spPr>
          <a:xfrm>
            <a:off x="411480" y="89611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HttpSecurity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is a configuration object provided by Spring Security.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use it to describe security rules at startup.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2"/>
          <p:cNvSpPr/>
          <p:nvPr/>
        </p:nvSpPr>
        <p:spPr>
          <a:xfrm>
            <a:off x="411480" y="16002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chained calls are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2"/>
          <p:cNvSpPr/>
          <p:nvPr/>
        </p:nvSpPr>
        <p:spPr>
          <a:xfrm>
            <a:off x="411480" y="181965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call adds one part of the security policy.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build creates the final SecurityFilterChain.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2"/>
          <p:cNvSpPr/>
          <p:nvPr/>
        </p:nvSpPr>
        <p:spPr>
          <a:xfrm>
            <a:off x="411480" y="26974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Important 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2"/>
          <p:cNvSpPr/>
          <p:nvPr/>
        </p:nvSpPr>
        <p:spPr>
          <a:xfrm>
            <a:off x="411480" y="291693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are not handling one request 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are defining rules for all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Public and protected endpoints for today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3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Public endpoints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3"/>
          <p:cNvSpPr/>
          <p:nvPr/>
        </p:nvSpPr>
        <p:spPr>
          <a:xfrm>
            <a:off x="411480" y="1078992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 /auth/signup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POST /auth/login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411480" y="17830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Protected endpoints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3"/>
          <p:cNvSpPr/>
          <p:nvPr/>
        </p:nvSpPr>
        <p:spPr>
          <a:xfrm>
            <a:off x="411480" y="200253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Everything under /api/** will require authentication.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3"/>
          <p:cNvSpPr/>
          <p:nvPr/>
        </p:nvSpPr>
        <p:spPr>
          <a:xfrm>
            <a:off x="411480" y="24688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we do this 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411480" y="268833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gives us a clear baseline.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Then we add role-based rules for course endpoints.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are</a:t>
            </a: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requestMatchers</a:t>
            </a:r>
            <a:r>
              <a:rPr b="1" lang="en" sz="20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4"/>
          <p:cNvSpPr/>
          <p:nvPr/>
        </p:nvSpPr>
        <p:spPr>
          <a:xfrm>
            <a:off x="411480" y="89611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requestMatchers is how we select which endpoints a rule applies 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can match a single path or a path pattern.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4"/>
          <p:cNvSpPr/>
          <p:nvPr/>
        </p:nvSpPr>
        <p:spPr>
          <a:xfrm>
            <a:off x="411480" y="16002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4"/>
          <p:cNvSpPr/>
          <p:nvPr/>
        </p:nvSpPr>
        <p:spPr>
          <a:xfrm>
            <a:off x="411480" y="181965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Match one endpoint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4"/>
          <p:cNvSpPr/>
          <p:nvPr/>
        </p:nvSpPr>
        <p:spPr>
          <a:xfrm>
            <a:off x="640080" y="2039112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/auth/signup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4"/>
          <p:cNvSpPr/>
          <p:nvPr/>
        </p:nvSpPr>
        <p:spPr>
          <a:xfrm>
            <a:off x="411480" y="23317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Match a group of endpoints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4"/>
          <p:cNvSpPr/>
          <p:nvPr/>
        </p:nvSpPr>
        <p:spPr>
          <a:xfrm>
            <a:off x="640080" y="2551176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/api/**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4"/>
          <p:cNvSpPr/>
          <p:nvPr/>
        </p:nvSpPr>
        <p:spPr>
          <a:xfrm>
            <a:off x="411480" y="283464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Match course endpoints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4"/>
          <p:cNvSpPr/>
          <p:nvPr/>
        </p:nvSpPr>
        <p:spPr>
          <a:xfrm>
            <a:off x="640080" y="3054096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/api/courses/**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Core rule keywords we will use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5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permitAll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5"/>
          <p:cNvSpPr/>
          <p:nvPr/>
        </p:nvSpPr>
        <p:spPr>
          <a:xfrm>
            <a:off x="411480" y="107899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Anyone can access the endpoint without authentication.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5"/>
          <p:cNvSpPr/>
          <p:nvPr/>
        </p:nvSpPr>
        <p:spPr>
          <a:xfrm>
            <a:off x="411480" y="15544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authenticated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5"/>
          <p:cNvSpPr/>
          <p:nvPr/>
        </p:nvSpPr>
        <p:spPr>
          <a:xfrm>
            <a:off x="411480" y="177393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valid logged-in user is required.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5"/>
          <p:cNvSpPr/>
          <p:nvPr/>
        </p:nvSpPr>
        <p:spPr>
          <a:xfrm>
            <a:off x="4805675" y="859525"/>
            <a:ext cx="392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hasRole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5"/>
          <p:cNvSpPr/>
          <p:nvPr/>
        </p:nvSpPr>
        <p:spPr>
          <a:xfrm>
            <a:off x="4709160" y="1078992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user must be logged in and must have a specific role such as ADMIN.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5"/>
          <p:cNvSpPr/>
          <p:nvPr/>
        </p:nvSpPr>
        <p:spPr>
          <a:xfrm>
            <a:off x="4805522" y="1554475"/>
            <a:ext cx="3927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anyRequest().authenticated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5"/>
          <p:cNvSpPr/>
          <p:nvPr/>
        </p:nvSpPr>
        <p:spPr>
          <a:xfrm>
            <a:off x="4709160" y="1773936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Any endpoint not listed above should require authentication.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5"/>
          <p:cNvSpPr/>
          <p:nvPr/>
        </p:nvSpPr>
        <p:spPr>
          <a:xfrm>
            <a:off x="411480" y="24688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Important note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5"/>
          <p:cNvSpPr/>
          <p:nvPr/>
        </p:nvSpPr>
        <p:spPr>
          <a:xfrm>
            <a:off x="411480" y="268833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Rule order matters.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first matching rule is applied.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401 and 403 mean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6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401 Unauthorized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6"/>
          <p:cNvSpPr/>
          <p:nvPr/>
        </p:nvSpPr>
        <p:spPr>
          <a:xfrm>
            <a:off x="411480" y="107899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request does not have valid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6"/>
          <p:cNvSpPr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411480" y="1636776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Missing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Wrong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6"/>
          <p:cNvSpPr/>
          <p:nvPr/>
        </p:nvSpPr>
        <p:spPr>
          <a:xfrm>
            <a:off x="411480" y="23317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403 Forbidden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6"/>
          <p:cNvSpPr/>
          <p:nvPr/>
        </p:nvSpPr>
        <p:spPr>
          <a:xfrm>
            <a:off x="411480" y="2551176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user is authenticated, but not allowed to do this 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6"/>
          <p:cNvSpPr/>
          <p:nvPr/>
        </p:nvSpPr>
        <p:spPr>
          <a:xfrm>
            <a:off x="411480" y="29718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6"/>
          <p:cNvSpPr/>
          <p:nvPr/>
        </p:nvSpPr>
        <p:spPr>
          <a:xfrm>
            <a:off x="411480" y="3191256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STUDENT tries to delete a course restricted to ADMIN.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DB-backed authentication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411480" y="89611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needs a way to load user credentials and roles.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will connect Spring Security to MongoDB using UserRepository.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411480" y="16002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connect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411480" y="1819656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calls our user loading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Our user loading code reads the user document from users.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Spring Security validates the credentials using that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roles connect to endpoint rules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8"/>
          <p:cNvSpPr/>
          <p:nvPr/>
        </p:nvSpPr>
        <p:spPr>
          <a:xfrm>
            <a:off x="411480" y="89611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role is a label that describes what actions a user can perform.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our project, we will use roles such as STUDENT and ADMIN.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411480" y="16002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Rules for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411480" y="181965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Any authenticated user can list courses.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Only ADMIN can create and delete courses.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8"/>
          <p:cNvSpPr/>
          <p:nvPr/>
        </p:nvSpPr>
        <p:spPr>
          <a:xfrm>
            <a:off x="411480" y="269748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we will verify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8"/>
          <p:cNvSpPr/>
          <p:nvPr/>
        </p:nvSpPr>
        <p:spPr>
          <a:xfrm>
            <a:off x="411480" y="291693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STUDENT gets 403 on course create and delete.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ADMIN can create and delete successfully.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9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CSRF and why we will disable it today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9"/>
          <p:cNvSpPr/>
          <p:nvPr/>
        </p:nvSpPr>
        <p:spPr>
          <a:xfrm>
            <a:off x="411480" y="896112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CSRF stands for Cross Site Request Forgery.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CSRF protection is mainly relevant for browser-based apps that use cookies.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Our goal is different, since we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are building a REST API and testing it through Postman.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9"/>
          <p:cNvSpPr/>
          <p:nvPr/>
        </p:nvSpPr>
        <p:spPr>
          <a:xfrm>
            <a:off x="411480" y="196596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we disable it today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9"/>
          <p:cNvSpPr/>
          <p:nvPr/>
        </p:nvSpPr>
        <p:spPr>
          <a:xfrm>
            <a:off x="411480" y="2185416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With CSRF enabled, POST, PUT, and DELETE requests can get blocked with 403 unless </a:t>
            </a: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CSRF tokens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are included in the request.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Disabling CSRF </a:t>
            </a:r>
            <a:r>
              <a:rPr lang="en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allows us to</a:t>
            </a: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the focus on authentication and authorization.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Milestone 3 verification checklist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0"/>
          <p:cNvSpPr/>
          <p:nvPr/>
        </p:nvSpPr>
        <p:spPr>
          <a:xfrm>
            <a:off x="411480" y="896112"/>
            <a:ext cx="8321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/api/courses without credentials returns 401.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/api/courses with valid credentials returns 200.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After role rules are added, STUDENT gets 403 on course create and delete.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ADMIN can create and delete courses successfully.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Milestone 4 preview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51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After authentication is working, we will add role-based rules for course endpoints.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is where we define ADMIN-only endpoints using hasRole.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1"/>
          <p:cNvSpPr/>
          <p:nvPr/>
        </p:nvSpPr>
        <p:spPr>
          <a:xfrm>
            <a:off x="411480" y="16002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Endpoints we will protect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1"/>
          <p:cNvSpPr/>
          <p:nvPr/>
        </p:nvSpPr>
        <p:spPr>
          <a:xfrm>
            <a:off x="411480" y="1819656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Only ADMIN can create courses.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Only ADMIN can delete courses.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turn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53"/>
          <p:cNvSpPr/>
          <p:nvPr/>
        </p:nvSpPr>
        <p:spPr>
          <a:xfrm>
            <a:off x="411480" y="85953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By the end of this task, you will update a user's roles in MongoDB and verify that access rules change immediately.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3"/>
          <p:cNvSpPr/>
          <p:nvPr/>
        </p:nvSpPr>
        <p:spPr>
          <a:xfrm>
            <a:off x="411480" y="14173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you will 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3"/>
          <p:cNvSpPr/>
          <p:nvPr/>
        </p:nvSpPr>
        <p:spPr>
          <a:xfrm>
            <a:off x="411480" y="1636776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 endpoint that updates a user's roles in the users collection.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3"/>
          <p:cNvSpPr/>
          <p:nvPr/>
        </p:nvSpPr>
        <p:spPr>
          <a:xfrm>
            <a:off x="411480" y="214884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3"/>
          <p:cNvSpPr/>
          <p:nvPr/>
        </p:nvSpPr>
        <p:spPr>
          <a:xfrm>
            <a:off x="640080" y="2368296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PUT /api/users/{email}/roles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3"/>
          <p:cNvSpPr/>
          <p:nvPr/>
        </p:nvSpPr>
        <p:spPr>
          <a:xfrm>
            <a:off x="411480" y="27889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Request body example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3"/>
          <p:cNvSpPr/>
          <p:nvPr/>
        </p:nvSpPr>
        <p:spPr>
          <a:xfrm>
            <a:off x="640080" y="3008376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roles: ["ADMIN"]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4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Implementation steps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4"/>
          <p:cNvSpPr/>
          <p:nvPr/>
        </p:nvSpPr>
        <p:spPr>
          <a:xfrm>
            <a:off x="411480" y="859536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Load the user using the email from the path.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4"/>
          <p:cNvSpPr/>
          <p:nvPr/>
        </p:nvSpPr>
        <p:spPr>
          <a:xfrm>
            <a:off x="640080" y="1078992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UserRepository to find the user by email.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the user does not exist, return 404.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4"/>
          <p:cNvSpPr/>
          <p:nvPr/>
        </p:nvSpPr>
        <p:spPr>
          <a:xfrm>
            <a:off x="411480" y="160020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Validate the request body.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4"/>
          <p:cNvSpPr/>
          <p:nvPr/>
        </p:nvSpPr>
        <p:spPr>
          <a:xfrm>
            <a:off x="640080" y="1819656"/>
            <a:ext cx="8092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Roles list must not be empty.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Roles must contain only values we support today such as STUDENT and ADMIN.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validation fails, return 400.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4"/>
          <p:cNvSpPr/>
          <p:nvPr/>
        </p:nvSpPr>
        <p:spPr>
          <a:xfrm>
            <a:off x="411480" y="260604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Update roles and save.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54"/>
          <p:cNvSpPr/>
          <p:nvPr/>
        </p:nvSpPr>
        <p:spPr>
          <a:xfrm>
            <a:off x="640080" y="2825496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Replace the roles field on the user document.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Save using UserRepository.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4"/>
          <p:cNvSpPr/>
          <p:nvPr/>
        </p:nvSpPr>
        <p:spPr>
          <a:xfrm>
            <a:off x="411480" y="338328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Return a clean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4"/>
          <p:cNvSpPr/>
          <p:nvPr/>
        </p:nvSpPr>
        <p:spPr>
          <a:xfrm>
            <a:off x="640080" y="3602736"/>
            <a:ext cx="8092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200 with updated user details.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not return passwordHash in the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Testing and submission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5"/>
          <p:cNvSpPr/>
          <p:nvPr/>
        </p:nvSpPr>
        <p:spPr>
          <a:xfrm>
            <a:off x="411480" y="859536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to test in Postman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5"/>
          <p:cNvSpPr/>
          <p:nvPr/>
        </p:nvSpPr>
        <p:spPr>
          <a:xfrm>
            <a:off x="411480" y="1078992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Create a user using signup.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55"/>
          <p:cNvSpPr/>
          <p:nvPr/>
        </p:nvSpPr>
        <p:spPr>
          <a:xfrm>
            <a:off x="640080" y="1298448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with role STUDENT.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55"/>
          <p:cNvSpPr/>
          <p:nvPr/>
        </p:nvSpPr>
        <p:spPr>
          <a:xfrm>
            <a:off x="411480" y="1627632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Call a protected course endpoint with STUDENT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55"/>
          <p:cNvSpPr/>
          <p:nvPr/>
        </p:nvSpPr>
        <p:spPr>
          <a:xfrm>
            <a:off x="640080" y="1847088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Try POST /api/courses and observe 403.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55"/>
          <p:cNvSpPr/>
          <p:nvPr/>
        </p:nvSpPr>
        <p:spPr>
          <a:xfrm>
            <a:off x="411480" y="2176272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Update the user's roles to ADMIN using your new endpoint.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5"/>
          <p:cNvSpPr/>
          <p:nvPr/>
        </p:nvSpPr>
        <p:spPr>
          <a:xfrm>
            <a:off x="411480" y="2505456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Call the same course endpoint again with the same credentials.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5"/>
          <p:cNvSpPr/>
          <p:nvPr/>
        </p:nvSpPr>
        <p:spPr>
          <a:xfrm>
            <a:off x="411480" y="297180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Submission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55"/>
          <p:cNvSpPr/>
          <p:nvPr/>
        </p:nvSpPr>
        <p:spPr>
          <a:xfrm>
            <a:off x="411480" y="319125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Share your code in GitHub Discussions for Lecture 56.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That's a wrap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